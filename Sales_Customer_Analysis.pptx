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78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5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5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7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8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0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64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tx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92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72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0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41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35" y="804520"/>
            <a:ext cx="7506929" cy="699816"/>
          </a:xfrm>
        </p:spPr>
        <p:txBody>
          <a:bodyPr>
            <a:normAutofit fontScale="90000"/>
          </a:bodyPr>
          <a:lstStyle/>
          <a:p>
            <a:r>
              <a:rPr lang="en-IN" dirty="0"/>
              <a:t>Sales &amp; Customer Business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336"/>
            <a:ext cx="8490156" cy="4857136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pPr marL="0" indent="0">
              <a:lnSpc>
                <a:spcPct val="160000"/>
              </a:lnSpc>
              <a:buNone/>
            </a:pPr>
            <a:r>
              <a:rPr dirty="0"/>
              <a:t>1) </a:t>
            </a:r>
            <a:r>
              <a:rPr lang="en-IN" dirty="0"/>
              <a:t>What are the total sales, total cost, total profit, and total orders for each year?</a:t>
            </a:r>
            <a:br>
              <a:rPr lang="en-IN" dirty="0"/>
            </a:br>
            <a:r>
              <a:rPr dirty="0"/>
              <a:t>2</a:t>
            </a:r>
            <a:r>
              <a:rPr lang="en-US" dirty="0"/>
              <a:t>) </a:t>
            </a:r>
            <a:r>
              <a:rPr lang="en-IN" dirty="0"/>
              <a:t>Which 10 products generated the highest total sales, and how much quantity of each product was sold?</a:t>
            </a:r>
            <a:br>
              <a:rPr lang="en-IN" dirty="0"/>
            </a:br>
            <a:r>
              <a:rPr dirty="0"/>
              <a:t>3) </a:t>
            </a:r>
            <a:r>
              <a:rPr lang="en-IN" dirty="0"/>
              <a:t>How much revenue and profit did each product category generate, and which category performed the best?</a:t>
            </a:r>
            <a:br>
              <a:rPr lang="en-IN" dirty="0"/>
            </a:br>
            <a:r>
              <a:rPr dirty="0"/>
              <a:t>4) </a:t>
            </a:r>
            <a:r>
              <a:rPr lang="en-IN" dirty="0"/>
              <a:t>Who are the top 10 customers by total spending, and how many orders did each customer place?</a:t>
            </a:r>
            <a:br>
              <a:rPr lang="en-IN" dirty="0"/>
            </a:br>
            <a:r>
              <a:rPr dirty="0"/>
              <a:t>5) </a:t>
            </a:r>
            <a:r>
              <a:rPr lang="en-IN" dirty="0"/>
              <a:t>What percentage of total sales comes from each product category?</a:t>
            </a:r>
            <a:br>
              <a:rPr lang="en-US" dirty="0"/>
            </a:br>
            <a:r>
              <a:rPr lang="en-US" dirty="0"/>
              <a:t>6)</a:t>
            </a:r>
            <a:r>
              <a:rPr lang="en-IN" dirty="0"/>
              <a:t>What are the monthly sales and month-over-month sales changes for each year?</a:t>
            </a:r>
            <a:br>
              <a:rPr lang="en-IN" dirty="0"/>
            </a:br>
            <a:r>
              <a:rPr lang="en-IN" dirty="0"/>
              <a:t>7</a:t>
            </a:r>
            <a:r>
              <a:rPr dirty="0"/>
              <a:t>) </a:t>
            </a:r>
            <a:r>
              <a:rPr lang="en-IN" dirty="0"/>
              <a:t>Which products rank in the top 3 within each product category based on sales?</a:t>
            </a:r>
            <a:br>
              <a:rPr lang="en-IN" dirty="0"/>
            </a:br>
            <a:r>
              <a:rPr lang="en-IN" dirty="0"/>
              <a:t>8</a:t>
            </a:r>
            <a:r>
              <a:rPr dirty="0"/>
              <a:t>) </a:t>
            </a:r>
            <a:r>
              <a:rPr lang="en-IN" dirty="0"/>
              <a:t>Which customers have spent more than the average customer spending?</a:t>
            </a:r>
            <a:br>
              <a:rPr lang="en-IN" dirty="0"/>
            </a:br>
            <a:r>
              <a:rPr lang="en-IN" dirty="0"/>
              <a:t>9) Which customers made their first purchase in each year, and what was the first product they purchased?</a:t>
            </a:r>
            <a:br>
              <a:rPr lang="en-IN" dirty="0"/>
            </a:br>
            <a:r>
              <a:rPr lang="en-IN" dirty="0"/>
              <a:t>10)  How long does it take to ship orders, and which products or territories have the longest average shipping time?</a:t>
            </a:r>
            <a:br>
              <a:rPr lang="en-IN" dirty="0"/>
            </a:br>
            <a:r>
              <a:rPr lang="en-IN" dirty="0"/>
              <a:t>11)  What were the total sales for each year, and what was the year-over-year percentage growth?</a:t>
            </a:r>
            <a:br>
              <a:rPr lang="en-IN" dirty="0"/>
            </a:br>
            <a:r>
              <a:rPr lang="en-IN" dirty="0"/>
              <a:t>12) Who are the top 5 customers by total sales within each country?</a:t>
            </a:r>
            <a:br>
              <a:rPr lang="en-IN" dirty="0"/>
            </a:br>
            <a:r>
              <a:rPr lang="en-IN" dirty="0"/>
              <a:t>13) Which countries generated the highest Internet Sales, and how many customers does each country have?</a:t>
            </a:r>
            <a:br>
              <a:rPr lang="en-IN" dirty="0"/>
            </a:br>
            <a:r>
              <a:rPr lang="en-IN" dirty="0"/>
              <a:t>14) Which customers have never placed an order?</a:t>
            </a:r>
            <a:br>
              <a:rPr lang="en-IN" dirty="0"/>
            </a:br>
            <a:r>
              <a:rPr lang="en-IN" dirty="0"/>
              <a:t>15) Which countries have customers who have never made a purchase?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25</TotalTime>
  <Words>280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Sales &amp; Customer Business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saragada tarun</dc:creator>
  <cp:keywords/>
  <dc:description>generated using python-pptx</dc:description>
  <cp:lastModifiedBy>tarun saragada</cp:lastModifiedBy>
  <cp:revision>5</cp:revision>
  <dcterms:created xsi:type="dcterms:W3CDTF">2013-01-27T09:14:16Z</dcterms:created>
  <dcterms:modified xsi:type="dcterms:W3CDTF">2026-09-13T05:04:35Z</dcterms:modified>
  <cp:category/>
</cp:coreProperties>
</file>